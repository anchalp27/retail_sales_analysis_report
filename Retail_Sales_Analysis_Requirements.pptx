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6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01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3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1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8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7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8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5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1500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48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0549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69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03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7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9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22038"/>
            <a:ext cx="7583128" cy="1360028"/>
          </a:xfrm>
        </p:spPr>
        <p:txBody>
          <a:bodyPr/>
          <a:lstStyle/>
          <a:p>
            <a:r>
              <a:rPr sz="4400" dirty="0"/>
              <a:t>Retail Sales Analysis –</a:t>
            </a:r>
            <a:r>
              <a:rPr lang="en-IN" sz="4400" dirty="0"/>
              <a:t> Client </a:t>
            </a:r>
            <a:r>
              <a:rPr sz="4400" dirty="0"/>
              <a:t>Requirements &amp;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613"/>
            <a:ext cx="6347714" cy="3880773"/>
          </a:xfrm>
        </p:spPr>
        <p:txBody>
          <a:bodyPr>
            <a:noAutofit/>
          </a:bodyPr>
          <a:lstStyle/>
          <a:p>
            <a:r>
              <a:rPr sz="2000" dirty="0"/>
              <a:t>Dataset: Retail Sales Analysis</a:t>
            </a:r>
          </a:p>
          <a:p>
            <a:r>
              <a:rPr sz="2000" dirty="0"/>
              <a:t>Columns:</a:t>
            </a:r>
          </a:p>
          <a:p>
            <a:r>
              <a:rPr sz="2000" dirty="0"/>
              <a:t>- </a:t>
            </a:r>
            <a:r>
              <a:rPr sz="2000" dirty="0" err="1"/>
              <a:t>transactions_id</a:t>
            </a:r>
            <a:r>
              <a:rPr sz="2000" dirty="0"/>
              <a:t>: Unique ID for each sale</a:t>
            </a:r>
          </a:p>
          <a:p>
            <a:r>
              <a:rPr sz="2000" dirty="0"/>
              <a:t>- </a:t>
            </a:r>
            <a:r>
              <a:rPr sz="2000" dirty="0" err="1"/>
              <a:t>sale_date</a:t>
            </a:r>
            <a:r>
              <a:rPr sz="2000" dirty="0"/>
              <a:t>: Date of sale</a:t>
            </a:r>
          </a:p>
          <a:p>
            <a:r>
              <a:rPr sz="2000" dirty="0"/>
              <a:t>- </a:t>
            </a:r>
            <a:r>
              <a:rPr sz="2000" dirty="0" err="1"/>
              <a:t>sale_time</a:t>
            </a:r>
            <a:r>
              <a:rPr sz="2000" dirty="0"/>
              <a:t>: Time of sale</a:t>
            </a:r>
          </a:p>
          <a:p>
            <a:r>
              <a:rPr sz="2000" dirty="0"/>
              <a:t>- </a:t>
            </a:r>
            <a:r>
              <a:rPr sz="2000" dirty="0" err="1"/>
              <a:t>customer_id</a:t>
            </a:r>
            <a:r>
              <a:rPr sz="2000" dirty="0"/>
              <a:t>: Unique customer ID</a:t>
            </a:r>
          </a:p>
          <a:p>
            <a:r>
              <a:rPr sz="2000" dirty="0"/>
              <a:t>- gender, age, category</a:t>
            </a:r>
          </a:p>
          <a:p>
            <a:r>
              <a:rPr sz="2000" dirty="0"/>
              <a:t>- quantity, </a:t>
            </a:r>
            <a:r>
              <a:rPr sz="2000" dirty="0" err="1"/>
              <a:t>price_per_unit</a:t>
            </a:r>
            <a:r>
              <a:rPr sz="2000" dirty="0"/>
              <a:t>, cogs, </a:t>
            </a:r>
            <a:r>
              <a:rPr sz="2000" dirty="0" err="1"/>
              <a:t>total_sale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97338"/>
            <a:ext cx="6347713" cy="1320800"/>
          </a:xfrm>
        </p:spPr>
        <p:txBody>
          <a:bodyPr/>
          <a:lstStyle/>
          <a:p>
            <a:r>
              <a:rPr dirty="0"/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18138"/>
            <a:ext cx="6347714" cy="3880773"/>
          </a:xfrm>
        </p:spPr>
        <p:txBody>
          <a:bodyPr>
            <a:noAutofit/>
          </a:bodyPr>
          <a:lstStyle/>
          <a:p>
            <a:r>
              <a:rPr sz="2000" dirty="0"/>
              <a:t>1. Total Sales</a:t>
            </a:r>
            <a:endParaRPr lang="en-IN" sz="2000" dirty="0"/>
          </a:p>
          <a:p>
            <a:r>
              <a:rPr sz="2000" dirty="0"/>
              <a:t>2. Total Transactions </a:t>
            </a:r>
          </a:p>
          <a:p>
            <a:r>
              <a:rPr sz="2000" dirty="0"/>
              <a:t>3. Total Quantity Sold </a:t>
            </a:r>
            <a:endParaRPr lang="en-IN" sz="2000" dirty="0"/>
          </a:p>
          <a:p>
            <a:r>
              <a:rPr sz="2000" dirty="0"/>
              <a:t>4. Profit</a:t>
            </a:r>
            <a:endParaRPr lang="en-IN" sz="2000" dirty="0"/>
          </a:p>
          <a:p>
            <a:r>
              <a:rPr sz="2000" dirty="0"/>
              <a:t>5. Profit Margin (%)</a:t>
            </a:r>
          </a:p>
          <a:p>
            <a:r>
              <a:rPr sz="2000" dirty="0"/>
              <a:t>6. Average Order Value (AOV)</a:t>
            </a:r>
          </a:p>
          <a:p>
            <a:r>
              <a:rPr sz="2000" dirty="0"/>
              <a:t>7. Sales by Category, Gender, Age Group</a:t>
            </a:r>
          </a:p>
          <a:p>
            <a:r>
              <a:rPr sz="2000" dirty="0"/>
              <a:t>8. Sales Trend Over Time (Year, Month, Day)</a:t>
            </a:r>
          </a:p>
          <a:p>
            <a:r>
              <a:rPr sz="2000" dirty="0"/>
              <a:t>9. Hourly Sales Pattern</a:t>
            </a:r>
          </a:p>
          <a:p>
            <a:r>
              <a:rPr sz="2000" dirty="0"/>
              <a:t>10. COGS % of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5839"/>
            <a:ext cx="8229600" cy="4525963"/>
          </a:xfrm>
        </p:spPr>
        <p:txBody>
          <a:bodyPr>
            <a:normAutofit/>
          </a:bodyPr>
          <a:lstStyle/>
          <a:p>
            <a:r>
              <a:rPr sz="2000" dirty="0"/>
              <a:t>1. Clean data </a:t>
            </a:r>
            <a:endParaRPr lang="en-IN" sz="2000" dirty="0"/>
          </a:p>
          <a:p>
            <a:r>
              <a:rPr sz="2000" dirty="0"/>
              <a:t>2. </a:t>
            </a:r>
            <a:r>
              <a:rPr lang="en-IN" sz="2000" dirty="0"/>
              <a:t>Find</a:t>
            </a:r>
            <a:r>
              <a:rPr sz="2000" dirty="0"/>
              <a:t> Profit, Margin, and AOV</a:t>
            </a:r>
            <a:endParaRPr lang="en-IN" sz="2000" dirty="0"/>
          </a:p>
          <a:p>
            <a:r>
              <a:rPr sz="2000" dirty="0"/>
              <a:t>3. Build visuals and KPI cards.</a:t>
            </a:r>
          </a:p>
          <a:p>
            <a:r>
              <a:rPr sz="2000" dirty="0"/>
              <a:t>4. Add filters for Category, Gender, Age Group, and Date.</a:t>
            </a:r>
          </a:p>
          <a:p>
            <a:r>
              <a:rPr sz="2000" dirty="0"/>
              <a:t>5. Create a professional Date Table.</a:t>
            </a:r>
          </a:p>
          <a:p>
            <a:r>
              <a:rPr sz="2000" dirty="0"/>
              <a:t>6. Design dashboard layout and theme.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4499</TotalTime>
  <Words>194</Words>
  <Application>Microsoft Office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Retail Sales Analysis – Client Requirements &amp; KPIs</vt:lpstr>
      <vt:lpstr>Dataset Overview</vt:lpstr>
      <vt:lpstr>Key Performance Indicators (KPIs)</vt:lpstr>
      <vt:lpstr>Dashboard Development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Anchal Prasad</dc:creator>
  <cp:keywords/>
  <dc:description>generated using python-pptx</dc:description>
  <cp:lastModifiedBy>Anchal Prasad</cp:lastModifiedBy>
  <cp:revision>8</cp:revision>
  <dcterms:created xsi:type="dcterms:W3CDTF">2013-01-27T09:14:16Z</dcterms:created>
  <dcterms:modified xsi:type="dcterms:W3CDTF">2025-10-11T11:22:59Z</dcterms:modified>
  <cp:category/>
</cp:coreProperties>
</file>